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taVisulisation_1781761602032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827C24A-6375-4DCB-9691-59539A9969E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Data Visulisation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51450A6-F098-4E51-BA3B-41F41BAB3B5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6/18/2026 5:51:02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2C237CA3-8D0F-4F61-A8B7-270DA11FE6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12" y="61912"/>
            <a:ext cx="1161097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2026-06-18T05:51:02Z</dcterms:created>
  <dcterms:modified xsi:type="dcterms:W3CDTF">2026-06-18T05:51:02Z</dcterms:modified>
</cp:coreProperties>
</file>